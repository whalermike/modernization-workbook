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E15FD82F-5080-8BAC-E7E5-41428F0BE542}">
          <p14:sldIdLst>
            <p14:sldId id="256"/>
            <p14:sldId id="257"/>
            <p14:sldId id="258"/>
          </p14:sldIdLst>
        </p14:section>
        <p14:section name="What replaces it" id="{FD55E4D2-5101-BA43-2ECD-A543B10D8E8D}">
          <p14:sldIdLst>
            <p14:sldId id="259"/>
            <p14:sldId id="260"/>
            <p14:sldId id="261"/>
          </p14:sldIdLst>
        </p14:section>
        <p14:section name="Who owns it" id="{4BE41E7D-F600-EFC9-E80A-85713D869F44}">
          <p14:sldIdLst>
            <p14:sldId id="262"/>
          </p14:sldIdLst>
        </p14:section>
        <p14:section name="How to do it" id="{705ADBEF-6657-E232-85B8-64D69FFF1ECA}">
          <p14:sldIdLst>
            <p14:sldId id="263"/>
            <p14:sldId id="264"/>
            <p14:sldId id="265"/>
            <p14:sldId id="266"/>
          </p14:sldIdLst>
        </p14:section>
        <p14:section name="Backup" id="{0E63DA1B-EF40-62C3-4C30-57300953BEC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8181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37B6611-BA69-3890-D332-493E43615E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17A80B-BC2E-4472-B64B-B0A2986F796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4170CD0-93F1-6B5D-62C6-F3BF371F61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9EEDD2-B4AD-4979-8F7B-CE00E611799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00"/>
    </mc:Choice>
    <mc:Fallback>
      <p:transition spd="slow" advTm="5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witch box">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F9C9ED1-11E5-B612-474E-D7AC3AF710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C6FEA9-581B-491C-BB25-E6E5121EEF1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80"/>
    </mc:Choice>
    <mc:Fallback>
      <p:transition spd="slow" advTm="56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37E6B10-EB2A-2452-19F1-70CC3DA547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9C6AFF-FFC5-4574-8E22-0ECD09607B3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00"/>
    </mc:Choice>
    <mc:Fallback>
      <p:transition spd="slow" advTm="5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4E7C664-6527-FA79-20F5-3F68995B70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D6BE8B-4523-4864-A0A5-1BB1797248C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60"/>
    </mc:Choice>
    <mc:Fallback>
      <p:transition spd="slow" advTm="6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96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EE09F09-2FCD-AD50-ABAF-8AF2B87758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541E0D-66FF-4456-92B9-437519B7D7C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90"/>
    </mc:Choice>
    <mc:Fallback>
      <p:transition spd="slow" advTm="5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F054942-F359-F7DE-B059-E2505D5170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23DF1D-F2B0-46A2-8F6D-1ECCF9CBAAD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620"/>
    </mc:Choice>
    <mc:Fallback>
      <p:transition spd="slow" advTm="61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6B13435-C634-F3F0-61AB-3736CFC16C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A4E6AF-11EE-4858-A8BE-6263ADC4FD5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5" name="Estim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9818F3B2-308A-7520-6003-DB8F7F987D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A4AD52-C1E0-481D-B43E-2E881F7F604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80"/>
    </mc:Choice>
    <mc:Fallback>
      <p:transition spd="slow" advTm="5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8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C462A608-CC77-DD1A-70B3-4B2A6A789D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962E73-F5B2-4784-9D62-D9452DAF7B9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B459A66-D382-B140-18E7-8EA7B05517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73A62F-96EA-4FA9-A0E8-B4AD1023A2B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50"/>
    </mc:Choice>
    <mc:Fallback>
      <p:transition spd="slow" advTm="6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3814</Words>
  <Application>Microsoft Office PowerPoint</Application>
  <PresentationFormat>Widescreen</PresentationFormat>
  <Paragraphs>219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Can't Group Policy Come to the Cloud?</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2026-10-21T13:27:54Z</dcterms:created>
  <dcterms:modified xsi:type="dcterms:W3CDTF">2026-10-29T11:35:16Z</dcterms:modified>
</cp:coreProperties>
</file>