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519198B4-9968-CAF3-933D-003C0DFF9ADD}">
          <p14:sldIdLst>
            <p14:sldId id="256"/>
            <p14:sldId id="257"/>
            <p14:sldId id="258"/>
          </p14:sldIdLst>
        </p14:section>
        <p14:section name="Part 1 — The platform and the case for it" id="{98FD810F-D7D0-402F-BB9B-76E6B4D1994F}">
          <p14:sldIdLst>
            <p14:sldId id="259"/>
            <p14:sldId id="260"/>
            <p14:sldId id="261"/>
            <p14:sldId id="262"/>
            <p14:sldId id="263"/>
            <p14:sldId id="264"/>
            <p14:sldId id="265"/>
            <p14:sldId id="266"/>
            <p14:sldId id="267"/>
            <p14:sldId id="268"/>
            <p14:sldId id="269"/>
            <p14:sldId id="270"/>
            <p14:sldId id="271"/>
            <p14:sldId id="272"/>
          </p14:sldIdLst>
        </p14:section>
        <p14:section name="Part 2 — Divisions under central governance" id="{4B7C858C-D826-215B-C159-AB3DDDC53147}">
          <p14:sldIdLst>
            <p14:sldId id="273"/>
            <p14:sldId id="274"/>
            <p14:sldId id="275"/>
            <p14:sldId id="276"/>
            <p14:sldId id="277"/>
            <p14:sldId id="278"/>
            <p14:sldId id="279"/>
            <p14:sldId id="280"/>
            <p14:sldId id="281"/>
            <p14:sldId id="282"/>
            <p14:sldId id="283"/>
            <p14:sldId id="284"/>
            <p14:sldId id="285"/>
          </p14:sldIdLst>
        </p14:section>
        <p14:section name="Backup" id="{439F0597-CFE2-9817-75F7-DAE026F408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9998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[21:43–23:33]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[23:33–25:24]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[25:24–27:19]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[27:19–29:10]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[29:10–29:55]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[29:55–31:52]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[31:52–33:50]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[33:50–35:44]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[35:44–37:27]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[37:27–39:25]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[39:25–41:16]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[41:16–41:53]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[41:53–43:46]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[43:46–45:37]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[45:37–47:39]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[47:39–49:27]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[49:27–51:34]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125099B-3200-1E8D-24BE-F3FA12448F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E8AFB3-D683-4B1A-9899-8D46F6480C0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4070"/>
    </mc:Choice>
    <mc:Fallback>
      <p:transition spd="slow" advTm="940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307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A610CE78-5A01-180E-5F5C-397F6D704D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CEBC745-AD2F-437E-977C-69E3BA86256F}"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07300"/>
    </mc:Choice>
    <mc:Fallback>
      <p:transition spd="slow" advTm="10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0629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48320A42-8C3A-7B2C-1C85-B33820A961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0950E94-05F7-4E51-B22F-5DA68E73AAE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2510"/>
    </mc:Choice>
    <mc:Fallback>
      <p:transition spd="slow" advTm="182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15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8905CBFA-7DCA-FE56-543D-33374854A1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39D08A-FD62-4A48-B95F-6A6B55CCC43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830"/>
    </mc:Choice>
    <mc:Fallback>
      <p:transition spd="slow" advTm="45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C323159B-CA30-7B7E-F275-7D497E4B62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2B5BA0-000B-460F-AC49-5661EAB841D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2890"/>
    </mc:Choice>
    <mc:Fallback>
      <p:transition spd="slow" advTm="14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C09DD34-C8E8-63FA-3F18-B7A98F8E00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05FE2C-99FE-450F-BB40-E64DFB07D47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220"/>
    </mc:Choice>
    <mc:Fallback>
      <p:transition spd="slow" advTm="13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22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BE18E76D-27BA-1E48-BC5B-E4FD431141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4F356C-202E-4556-87BF-1B388B9BFFB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700"/>
    </mc:Choice>
    <mc:Fallback>
      <p:transition spd="slow" advTm="13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69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9AC7DDD-4627-9E54-5EBB-B27B3888922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69CE85-C99B-4562-8B8E-1F871E3A50C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1480"/>
    </mc:Choice>
    <mc:Fallback>
      <p:transition spd="slow" advTm="151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04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EE927A5-AD5A-B1C5-EA6C-0C1C82813C4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B2C7DD-7473-4CD7-B93D-86FD5108185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8420"/>
    </mc:Choice>
    <mc:Fallback>
      <p:transition spd="slow" advTm="1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742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5187120-A67A-1103-389F-DA52F5742B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79B25AA-A958-4F06-81A7-39E066A0F46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9180"/>
    </mc:Choice>
    <mc:Fallback>
      <p:transition spd="slow" advTm="149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8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DISA STIG file store;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DE0DF8F2-2048-68B6-4DF3-085B292385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A4D2F1-5288-4060-8B3F-4A76A7E0898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2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503DCF1-3F14-1887-D42C-78E30F4991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D1ED26B-0190-4ECA-84B7-12128E35702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1420"/>
    </mc:Choice>
    <mc:Fallback>
      <p:transition spd="slow" advTm="161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0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3366BB9-CEBD-9EF8-2C8F-67CBB21CC6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038D21-83E7-4C3D-BF5E-AEFF9286E08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40440"/>
    </mc:Choice>
    <mc:Fallback>
      <p:transition spd="slow" advTm="14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D603412-3FFC-B33B-6A2F-A0DC3A9A95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5D0BAF-EC82-440C-A263-20C40586C39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4100"/>
    </mc:Choice>
    <mc:Fallback>
      <p:transition spd="slow" advTm="154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30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6"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5052D59-06AB-9FEB-4977-B9C4736000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10B5DCE-9D0D-4467-ACCF-C73159D4335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610"/>
    </mc:Choice>
    <mc:Fallback>
      <p:transition spd="slow" advTm="155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7"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295FEE2-32D6-23B3-EFB2-641F5E2951B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8A17F04-E2F8-4EB7-818D-3352C481DFE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55920"/>
    </mc:Choice>
    <mc:Fallback>
      <p:transition spd="slow" advTm="155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4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B78DD5E-F7AD-B697-9A28-D084A78726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A1D7208-A9DC-487F-B9D3-641CD71E3E0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3310"/>
    </mc:Choice>
    <mc:Fallback>
      <p:transition spd="slow" advTm="133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3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E75E729A-61C8-2F14-3A1A-6D234E6AF6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A4C151-2E7F-4E9E-86B7-69241F6B3A8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80"/>
    </mc:Choice>
    <mc:Fallback>
      <p:transition spd="slow" advTm="5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F72D71EF-07FD-DF04-A603-69BD4DCD17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ABE5E2-84A1-442E-92C9-E8CD77FA1D3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9730"/>
    </mc:Choice>
    <mc:Fallback>
      <p:transition spd="slow" advTm="119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87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1"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8F4EBE9-7F2B-9E89-E1ED-07E8289256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0A922EE-FBB9-4920-868B-21616FB5E0C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4060"/>
    </mc:Choice>
    <mc:Fallback>
      <p:transition spd="slow" advTm="13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30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8143AE6B-6A2D-4C6D-F7BB-EF2E7EA8FA2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EA1681-4752-4327-AE7F-AD051FA1F6A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3110"/>
    </mc:Choice>
    <mc:Fallback>
      <p:transition spd="slow" advTm="123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211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E2E9266-57EC-B2BA-12CE-F7EEC026F1D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58C15E-1DAF-4195-ABDA-B1ABF7EAEAD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13440"/>
    </mc:Choice>
    <mc:Fallback>
      <p:transition spd="slow" advTm="113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24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4"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8C96EE7-980C-DF86-DB3D-C916BEC32E6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9F3A2C-4DA9-423D-957D-5A2D030D71A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5180"/>
    </mc:Choice>
    <mc:Fallback>
      <p:transition spd="slow" advTm="135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4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E58064C4-41A4-DEA3-2570-DDCE08C177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4E84D6-E7CD-40C4-BDC5-E2CD258E430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7720"/>
    </mc:Choice>
    <mc:Fallback>
      <p:transition spd="slow" advTm="127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6720"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3C4308EA-027C-1EE6-165E-35F45F541B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7A8690-EA12-446C-8C6E-6989C6E55B2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80"/>
    </mc:Choice>
    <mc:Fallback>
      <p:transition spd="slow" advTm="43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9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4E1B001F-3923-9261-5AEB-821D334B88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81E53E-48DA-4CB2-B49E-A54FE4EDAE1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6170"/>
    </mc:Choice>
    <mc:Fallback>
      <p:transition spd="slow" advTm="136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516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8"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D05A61A-869E-FFA4-1A80-E1A7C1BDDD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322D75-3A2E-4D10-B9FE-970A707811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2950"/>
    </mc:Choice>
    <mc:Fallback>
      <p:transition spd="slow" advTm="132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29"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CE3A969-8DF8-7BAF-6B48-0DC965B26A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23B1E5-0A4C-4EF5-ABCE-12F474ACF6D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7820"/>
    </mc:Choice>
    <mc:Fallback>
      <p:transition spd="slow" advTm="13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682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0"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7D23B38-9E60-8208-9E71-61DB3A3A29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60386D-4D0B-46A9-916B-8DE5FFE1345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20160"/>
    </mc:Choice>
    <mc:Fallback>
      <p:transition spd="slow" advTm="120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19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STIG,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69FD670E-B909-7556-3C5B-6FDC31E310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218D87-BECC-4702-8DF6-7227899FA63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840"/>
    </mc:Choice>
    <mc:Fallback>
      <p:transition spd="slow" advTm="139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840"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16307</Words>
  <Application>Microsoft Office PowerPoint</Application>
  <PresentationFormat>Widescreen</PresentationFormat>
  <Paragraphs>785</Paragraphs>
  <Slides>30</Slides>
  <Notes>30</Notes>
  <HiddenSlides>0</HiddenSlides>
  <MMClips>30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Assurance: STIGs,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2026-10-22T14:51:53Z</dcterms:created>
  <dcterms:modified xsi:type="dcterms:W3CDTF">2026-10-22T16:26:14Z</dcterms:modified>
</cp:coreProperties>
</file>